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445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1887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6276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498080" y="100584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444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3591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680960" y="292608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33649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583680" y="3108960"/>
            <a:ext cx="411480" cy="4114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478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21945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633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RevPay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Modernization of RevPay Digital Payment Platform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 to Cloud-Native Microservices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128016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4023360"/>
            <a:ext cx="128016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01168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66160" y="4023360"/>
            <a:ext cx="128016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6616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6616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435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microservices? Monolith vs Microservices comparison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435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3168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with all 7 services, ports &amp; databases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7744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432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Eureka, API Gateway, OpenFeign, Circuit Breaker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77440"/>
            <a:ext cx="54864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432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73168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Microservices Deep Dive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service: purpose, endpoints, database, Feign calls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6616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621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JWT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4187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flow, CORS fix, role-based access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566160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566160"/>
            <a:ext cx="54864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621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73168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4187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containers, volumes, docker-compose, startup order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 to Microservices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made the change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(Before)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deployable unit — all code together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 database for everything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Scale entire app even if only 1 feature is slow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26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 bug can crash all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38728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570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Team conflicts on same codebase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873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Long build &amp; deploy times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36576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(After)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141732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4356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independent services, own lifecycle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1947672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9659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service has its own database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478024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 only the service that needs 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008376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026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service down = others still 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538728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5570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Teams own separate 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406908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40873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deploy — change 1 service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69080" y="2468880"/>
            <a:ext cx="10058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1645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685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280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:4200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78408"/>
            <a:ext cx="6400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822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60320" y="685800"/>
            <a:ext cx="1645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685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069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0" y="685800"/>
            <a:ext cx="1645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685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069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:8761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24528" y="978408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978408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508760"/>
            <a:ext cx="1508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1545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1837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5840" y="1344168"/>
            <a:ext cx="5486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240280"/>
            <a:ext cx="150876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dash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258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revpay_users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05840" y="2112264"/>
            <a:ext cx="54864" cy="13716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1508760"/>
            <a:ext cx="1508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74520" y="1545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1837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06040" y="1344168"/>
            <a:ext cx="54864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4520" y="2240280"/>
            <a:ext cx="150876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3B82F6"/>
            </a:solidFill>
            <a:prstDash val="dash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20240" y="2258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revpay_wallet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06040" y="2112264"/>
            <a:ext cx="54864" cy="13716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1508760"/>
            <a:ext cx="1508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0" y="1545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Service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0" y="1837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06240" y="134416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2240280"/>
            <a:ext cx="150876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dash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520440" y="2258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revpay_invoice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06240" y="2112264"/>
            <a:ext cx="54864" cy="137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1508760"/>
            <a:ext cx="1508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74920" y="1545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4920" y="1837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06440" y="1344168"/>
            <a:ext cx="54864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74920" y="2240280"/>
            <a:ext cx="150876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F97316"/>
            </a:solidFill>
            <a:prstDash val="dash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120640" y="2258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revpay_loan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806440" y="2112264"/>
            <a:ext cx="54864" cy="13716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0" y="1508760"/>
            <a:ext cx="1508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675120" y="1545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1837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06640" y="1344168"/>
            <a:ext cx="54864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0" y="2240280"/>
            <a:ext cx="150876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EC4899"/>
            </a:solidFill>
            <a:prstDash val="dash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720840" y="2258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revpay_notifications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406640" y="2112264"/>
            <a:ext cx="54864" cy="137160"/>
          </a:xfrm>
          <a:prstGeom prst="rect">
            <a:avLst/>
          </a:prstGeom>
          <a:solidFill>
            <a:srgbClr val="EC4899">
              <a:alpha val="6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" y="3017520"/>
            <a:ext cx="8321040" cy="1051560"/>
          </a:xfrm>
          <a:prstGeom prst="rect">
            <a:avLst/>
          </a:prstGeom>
          <a:solidFill>
            <a:srgbClr val="081018"/>
          </a:solidFill>
          <a:ln w="12700">
            <a:solidFill>
              <a:srgbClr val="3B82F6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228600" y="3035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Network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28600" y="3291840"/>
            <a:ext cx="82296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74320" y="3337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Container  |  All 5 schemas in one container: revpay_users  ·  revpay_wallet  ·  revpay_invoice  ·  revpay_loan  ·  revpay_notifications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Calls: wallet → user  ·  invoice → user + wallet  ·  loan → user + wallet  ·  wallet → notification  ·  invoice → notification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Infrastructure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service communication &amp; resilience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149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051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8761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Service Registry — all services register here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7830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Heartbeat every 30s to detect failures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1031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Enables lb://service-name routing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423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Dashboard: localhost:8761 (admin/admin123)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60120"/>
            <a:ext cx="41148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0149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1051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1463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Single entry point for Angular frontend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17830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Routes requests to correct microservice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18888" y="21031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Handles CORS centrally for all services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18888" y="2423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Circuit breaker fallbacks via Resilience4j</a:t>
            </a:r>
            <a:endParaRPr lang="en-US" sz="95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CC5073-4BD0-C624-F904-889B8BBA19C9}"/>
              </a:ext>
            </a:extLst>
          </p:cNvPr>
          <p:cNvGrpSpPr/>
          <p:nvPr/>
        </p:nvGrpSpPr>
        <p:grpSpPr>
          <a:xfrm>
            <a:off x="2514600" y="3049524"/>
            <a:ext cx="4114800" cy="1783080"/>
            <a:chOff x="274320" y="2926080"/>
            <a:chExt cx="4114800" cy="1783080"/>
          </a:xfrm>
        </p:grpSpPr>
        <p:sp>
          <p:nvSpPr>
            <p:cNvPr id="22" name="Shape 20"/>
            <p:cNvSpPr/>
            <p:nvPr/>
          </p:nvSpPr>
          <p:spPr>
            <a:xfrm>
              <a:off x="274320" y="2926080"/>
              <a:ext cx="4114800" cy="178308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22C55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274320" y="2926080"/>
              <a:ext cx="4114800" cy="438912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84048" y="2980944"/>
              <a:ext cx="27432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OpenFeign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17520" y="3017520"/>
              <a:ext cx="12618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Inter-Service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84048" y="342900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HTTP calls look like method calls in code</a:t>
              </a:r>
              <a:endParaRPr lang="en-US" sz="9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84048" y="374904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@FeignClient(name: 'wallet-service')</a:t>
              </a:r>
              <a:endParaRPr lang="en-US" sz="9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84048" y="406908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Resolves URLs via Eureka automatically</a:t>
              </a:r>
              <a:endParaRPr lang="en-US" sz="9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84048" y="4389120"/>
              <a:ext cx="3886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contextId needed when 2 clients → same svc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Microservices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domain, database, and lifecycle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50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978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271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revpay_users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5179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Registration · Admin · JWT generation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896112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96112"/>
            <a:ext cx="73152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950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26680" y="978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1271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revpay_wallet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3752" y="15179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Transactions · Payment Methods · Dashboard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67712"/>
            <a:ext cx="73152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350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revpay_invoice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28895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Send · Pay · Dispute invoices · Money Requests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267712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67712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26680" y="2350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revpay_loan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752" y="28895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· Approve · EMI schedule · Auto-debit · Admin manage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39312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39312"/>
            <a:ext cx="73152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721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4014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revpay_notifications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4261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List · Mark read · Delete · Unread count badge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639312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39312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26680" y="3721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4014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No DB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73752" y="4261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· CORS · Circuit Breaker · Eureka client · Load balance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918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822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8081  ·  revpay_users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1568" y="914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Registration &amp; Admin Management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1568" y="4023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backbone of RevPay. Every user journey starts here — registration, login, JWT generation, and admin operations.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18872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978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/api/auth/register/personal  → Register personal account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64592" y="150876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/api/auth/register/business  → Register business account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64592" y="182880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379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              → Login, returns JWT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64592" y="214884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5798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/api/auth/forgot-password    → Generate reset token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64592" y="246888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780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/api/auth/reset-password     → Reset with token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64592" y="278892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980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/api/admin/users             → List all users (ADMIN)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64592" y="310896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181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/api/admin/users/{id}/toggle → Enable/disable user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64592" y="342900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4381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/api/admin/stats             → User counts + loan stats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9392" y="1188720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123444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1887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+ password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279392" y="1609344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165506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16093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BCrypt(12) verifies password hash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279392" y="2029968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5112" y="207568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generated with email + role claims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279392" y="2450592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5112" y="249631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in revpay_users DB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279392" y="2871216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25112" y="291693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87121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includes token + accountId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164592" y="3337560"/>
            <a:ext cx="39776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Calls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" y="359359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59359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Calls loan-service for pending loan count in /admin/stats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4592" y="386791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86791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Called BY wallet-service, invoice-service, loan-service via /api/users/internal/account-info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79392" y="3337560"/>
            <a:ext cx="46634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3337560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79392" y="359359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359359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users (id, email, password, role, phone)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279392" y="386791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386791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accounts (accountNumber, accountType, balance=0)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64592" y="4663440"/>
            <a:ext cx="877824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663440"/>
            <a:ext cx="8613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Note:  Only service with DaoAuthenticationProvider (DB-backed auth). All others validate JWT from token claims only — no DB hit.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authentication across all 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024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email + password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024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307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 checked against DB (strength 12)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64792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0195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Generated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1122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email + role, signed with HS256, 24hr TTL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764792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90195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21122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saved in localStorage by Angular interceptor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569464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706624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2633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29169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adds Bearer {token} to Authorization header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569464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70662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633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Passes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29169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forwards request + token to service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374136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51129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34381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37216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extracts token from header in every service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374136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5112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34381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7216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expiry checked using shared secret key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4178808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31596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4242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Extracted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45262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role read from token (NO database query)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4178808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431596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57800" y="4242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57800" y="45262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set → @AuthenticationPrincipal email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4983480"/>
            <a:ext cx="8686800" cy="731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User Service uses DB-backed auth (DaoAuthenticationProvider). All other services read email+role from JWT claims — zero DB queries for auth.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918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822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  ·  revpay_wallet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1568" y="914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Management, Transactions &amp; Dashboard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1568" y="4023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core. Handles wallet balances, money transfers, top-ups via payment methods, and the main dashboard aggregating data from all services.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18872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978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/api/accounts          → Get my wallet accounts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64592" y="150876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/api/transactions/transfer  → Send money to another user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64592" y="182880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379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/api/transactions/top-up    → Add funds via payment method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64592" y="214884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5798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/api/transactions/history   → Paginated transaction history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64592" y="246888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780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/api/transactions/export    → Export with date range filter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64592" y="278892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980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/api/payments/methods       → Add card/bank account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64592" y="310896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181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/api/dashboard              → Full dashboard aggregation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64592" y="342900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4381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/api/wallet/internal/*      → Internal: transfer/credit/debit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9392" y="1188720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1234440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1887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extracted → email from claims (no DB lookup)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279392" y="1609344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1655064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16093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account fetched or auto-created via Feign→User Service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279392" y="2029968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5112" y="207568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validated before any debit operation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279392" y="2450592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5112" y="2496312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 saved with reference number TXN-XXXX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279392" y="2871216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25112" y="2916936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87121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 to both parties via Feign→Notification Service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164592" y="3337560"/>
            <a:ext cx="39776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Calls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" y="359359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59359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user-service: get account info (auto-create wallet)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4592" y="386791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86791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notification-service: transaction alerts, low balance alerts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4592" y="414223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14223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invoice-service + loan-service: pending counts for dashboard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79392" y="3337560"/>
            <a:ext cx="46634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3337560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279392" y="359359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359359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accounts (userEmail, accountNumber, balance, status)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79392" y="386791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43400" y="386791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transactions (referenceNumber, type, amount, sender, receiver)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79392" y="414223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3400" y="414223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payment_methods (userEmail, type, maskedIdentifier)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9184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822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Service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8083  ·  revpay_invoice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1568" y="914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Management &amp; Money Requests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1568" y="4023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full invoice lifecycle from creation to payment. Also manages money requests between users — request, accept, or reject payments.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18872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978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/api/invoices                → Create invoice with line items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64592" y="150876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/api/invoices/{id}/send      → Change DRAFT → SENT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64592" y="182880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379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/api/invoices/{id}/pay       → Pay invoice (calls wallet Feign)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64592" y="214884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5798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/api/invoices/{id}/dispute   → Mark as DISPUTED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64592" y="246888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780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/api/invoices/issued         → My created invoices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64592" y="278892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980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/api/invoices/received       → Invoices I must pay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64592" y="310896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181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/api/money-requests          → Request money from user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64592" y="342900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4381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/api/money-requests/{id}/accept → Fulfill the request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9392" y="1188720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1234440"/>
            <a:ext cx="237744" cy="2377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1887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creates invoice (DRAFT status)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279392" y="1609344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1655064"/>
            <a:ext cx="237744" cy="2377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16093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sends invoice → status = SENT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279392" y="2029968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5112" y="2075688"/>
            <a:ext cx="237744" cy="2377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receives notification via Feign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279392" y="2450592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5112" y="2496312"/>
            <a:ext cx="237744" cy="2377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pays → Feign calls wallet internal/transfer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279392" y="2871216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25112" y="2916936"/>
            <a:ext cx="237744" cy="2377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87121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to PAID, issuer notified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164592" y="3337560"/>
            <a:ext cx="39776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Calls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" y="359359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59359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user-service: validate both users exist, get full names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4592" y="386791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86791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wallet-service: internal/transfer to move funds on payment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4592" y="414223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14223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notification-service: invoice received, invoice paid alerts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79392" y="3337560"/>
            <a:ext cx="46634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3337560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279392" y="359359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359359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invoices (invoiceNumber, issuerEmail, recipientEmail, status, totalAmount)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79392" y="386791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43400" y="386791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invoice_items (description, quantity, unitPrice, lineTotal)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79392" y="414223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3400" y="414223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money_requests (requesterEmail, payerEmail, amount, status)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64592" y="4663440"/>
            <a:ext cx="877824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4663440"/>
            <a:ext cx="8613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Note:  Invoice states: DRAFT → SENT → PAID / DISPUTED / CANCELLED. Payment is atomic — if wallet Feign fails, invoice stays SENT. Email stored as string, not userId FK.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91840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822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8084  ·  revpay_loan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1568" y="914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Application, EMI Management &amp; Admin Approval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1568" y="4023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loan lifecycle from application to closure. EMI schedule auto-generated on approval. Scheduled jobs handle overdue fines and auto-debit.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18872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978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/api/loans/apply             → Apply for loan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64592" y="150876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/api/loans                   → My loan applications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64592" y="182880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379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/api/loans/{id}              → Single loan + EMI schedule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64592" y="214884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5798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/api/loans/{id}/emis/{emiId}/repay → Manual EMI payment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64592" y="246888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780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/api/emis/loan/{loanId}      → Full EMI schedule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64592" y="278892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980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/api/emis/{emiId}/pay        → Pay specific EMI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64592" y="310896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181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/api/admin/loans             → All loans (admin)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64592" y="342900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4381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/api/admin/loans/{id}/approve → Approve + disburse funds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9392" y="1188720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123444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1887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applies → APPLIED status, EMI calculated at 12% annual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279392" y="1609344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1655064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16093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→ Feign credits wallet → ACTIVE status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279392" y="2029968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5112" y="2075688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schedule generated (principal + interest breakdown per month)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279392" y="2450592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5112" y="2496312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pays EMI → Feign debits wallet → EMI marked PAID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279392" y="2871216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25112" y="2916936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87121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EMIs paid → loan status = CLOSED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164592" y="3337560"/>
            <a:ext cx="39776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Calls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" y="359359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59359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user-service: get borrower name for loan records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4592" y="386791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86791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→ wallet-service: credit on approval, debit on EMI payment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79392" y="3337560"/>
            <a:ext cx="46634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3337560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79392" y="359359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359359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loans (loanNumber, borrowerEmail, borrowerName, principalAmount, monthlyEmiAmount, status)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279392" y="386791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386791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emis (instalmentNumber, amount, principalComponent, interestComponent, dueDate, status)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64592" y="4663440"/>
            <a:ext cx="877824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663440"/>
            <a:ext cx="8613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Note:  EMI formula: EMI = P × r × (1+r)^n / ((1+r)^n - 1) at 12% annual. @Scheduled jobs: 9AM impose overdue fines, 9:30AM process auto-debits. borrowerName cached to avoid Feign on every list call.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3291840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822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8085  ·  revpay_notifications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1568" y="914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 Management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1568" y="4023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receiver service — no business logic, no Feign calls. Other services push notifications here. Users pull them via the bell icon.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18872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978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/api/notifications              → Paginated notifications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64592" y="150876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/api/notifications/unread-count → Badge count for bell icon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64592" y="182880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379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/api/notifications/{id}/read    → Mark single as read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64592" y="214884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5798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/api/notifications/read-all     → Mark all as read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64592" y="2468880"/>
            <a:ext cx="39776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780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/api/notifications/{id}       → Delete notification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64592" y="2788920"/>
            <a:ext cx="397764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980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/api/notifications/internal/create → Called by other services (public)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914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79392" y="1188720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1234440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1887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 calls /internal/create after every transfer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79392" y="1609344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5112" y="1655064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16093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invoice-service calls it on send and pay events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279392" y="2029968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2" y="2075688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loan-service calls it on approval and rejection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279392" y="2450592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2496312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polls /unread-count every 30 seconds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279392" y="2871216"/>
            <a:ext cx="466344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25112" y="2916936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287121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badge shows count, dropdown shows details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64592" y="3337560"/>
            <a:ext cx="39776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Calls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" y="359359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59359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outgoing Feign calls — only receives calls from other services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4592" y="3867912"/>
            <a:ext cx="39776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86791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Internal endpoint is permitAll() — no JWT needed for service-to-service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79392" y="3337560"/>
            <a:ext cx="466344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3337560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79392" y="3593592"/>
            <a:ext cx="4663440" cy="2651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3400" y="3593592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notifications (userEmail, type, title, body, isRead, actionUrl, referenceId)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52400" y="4341876"/>
            <a:ext cx="877824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r>
              <a:rPr lang="en-GB" sz="1200" dirty="0">
                <a:solidFill>
                  <a:schemeClr val="bg1"/>
                </a:solidFill>
              </a:rPr>
              <a:t>Support the User-facing  Apis  and internal service-to-service Apis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21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containers · 1 command to start everything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432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418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revpay-mysql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1752" y="12618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1508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— all 5 schemas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7432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9418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revpay-eureka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73552" y="12618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8761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1508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1440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9418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revpay-user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5352" y="12618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45352" y="1508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 JAR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993392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1993392"/>
            <a:ext cx="274320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2020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revpay-notification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1752" y="23408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" y="25877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1993392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1993392"/>
            <a:ext cx="27432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020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revpay-wallet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73552" y="23408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73552" y="25877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993392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993392"/>
            <a:ext cx="27432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2020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revpay-invoice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45352" y="23408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25877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Service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072384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072384"/>
            <a:ext cx="27432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3099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revpay-loan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1752" y="3419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1752" y="366674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3072384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3072384"/>
            <a:ext cx="27432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3099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revpay-gateway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73552" y="3419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73552" y="366674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3072384"/>
            <a:ext cx="27432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3072384"/>
            <a:ext cx="274320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3099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revpay-frontend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45352" y="3419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45352" y="366674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via Nginx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4224528"/>
            <a:ext cx="86868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279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Persistence: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mysql_data Docker volume — data survives container restarts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everything: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 ·  Stop safely: docker-compose down  ·  Wipe data: docker-compose down -v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57200"/>
            <a:ext cx="6400800" cy="41148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Spring Boot 3 · Angular · Docker · Spring Cloud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Svc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3200400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Svc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3200400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Svc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3200400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Svc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Svc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43800" y="3200400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2177</Words>
  <Application>Microsoft Office PowerPoint</Application>
  <PresentationFormat>On-screen Show (16:9)</PresentationFormat>
  <Paragraphs>345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RevPay Microservices Architecture</dc:title>
  <dc:subject>PptxGenJS Presentation</dc:subject>
  <dc:creator>PptxGenJS</dc:creator>
  <cp:lastModifiedBy>Priyanshu Wahane</cp:lastModifiedBy>
  <cp:revision>2</cp:revision>
  <dcterms:created xsi:type="dcterms:W3CDTF">2026-03-17T19:41:26Z</dcterms:created>
  <dcterms:modified xsi:type="dcterms:W3CDTF">2026-03-18T16:16:37Z</dcterms:modified>
</cp:coreProperties>
</file>